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C7A"/>
                </a:solidFill>
              </a:rPr>
              <a:t>AGILAB Full Tour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B6268"/>
                </a:solidFill>
              </a:rPr>
              <a:t>Slideshow companion for the `uav_relay_queue_project` public workflow story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72800" cy="448056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DCC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12427"/>
                </a:solidFill>
              </a:defRPr>
            </a:pPr>
            <a:r>
              <a:t>Goal: show the main AGILAB four-page story without asking the viewer to watch a hosted runtime or replay a video.</a:t>
            </a:r>
          </a:p>
          <a:p>
            <a:pPr>
              <a:spcAft>
                <a:spcPts val="800"/>
              </a:spcAft>
              <a:defRPr sz="2200">
                <a:solidFill>
                  <a:srgbClr val="212427"/>
                </a:solidFill>
              </a:defRPr>
            </a:pPr>
            <a:r>
              <a:t>Scope: PROJECT -&gt; ORCHESTRATE -&gt; PIPELINE -&gt; ANALYSIS on `uav_relay_queue_project`.</a:t>
            </a:r>
          </a:p>
          <a:p>
            <a:pPr>
              <a:spcAft>
                <a:spcPts val="800"/>
              </a:spcAft>
              <a:defRPr sz="2200">
                <a:solidFill>
                  <a:srgbClr val="212427"/>
                </a:solidFill>
              </a:defRPr>
            </a:pPr>
            <a:r>
              <a:t>Keep the message stable: replayable workflow plus visible queue or route evidence.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C7A"/>
                </a:solidFill>
              </a:rPr>
              <a:t>The Full Workflow Story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B6268"/>
                </a:solidFill>
              </a:rPr>
              <a:t>This is the stronger README and public-tour narrative</a:t>
            </a:r>
          </a:p>
        </p:txBody>
      </p:sp>
      <p:pic>
        <p:nvPicPr>
          <p:cNvPr id="3" name="Picture 2" descr="core-pages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62356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92240" y="1371600"/>
            <a:ext cx="5029200" cy="324612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DCC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480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427"/>
                </a:solidFill>
              </a:defRPr>
            </a:pPr>
            <a:r>
              <a:t>Use the four core pages in order, not as isolated screens.</a:t>
            </a:r>
          </a:p>
          <a:p>
            <a:pPr>
              <a:spcAft>
                <a:spcPts val="800"/>
              </a:spcAft>
              <a:defRPr sz="1800">
                <a:solidFill>
                  <a:srgbClr val="212427"/>
                </a:solidFill>
              </a:defRPr>
            </a:pPr>
            <a:r>
              <a:t>Make the run replayable through PIPELINE, not only executable once.</a:t>
            </a:r>
          </a:p>
          <a:p>
            <a:pPr>
              <a:spcAft>
                <a:spcPts val="800"/>
              </a:spcAft>
              <a:defRPr sz="1800">
                <a:solidFill>
                  <a:srgbClr val="212427"/>
                </a:solidFill>
              </a:defRPr>
            </a:pPr>
            <a:r>
              <a:t>End on ANALYSIS evidence that a technical audience can interpret quickly.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00600"/>
            <a:ext cx="10881360" cy="91440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DCC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109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427"/>
                </a:solidFill>
              </a:defRPr>
            </a:pPr>
            <a:r>
              <a:t>Narration: AGILAB turns a lightweight experiment into a controlled, replayable workflow instead of a one-off script path.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C7A"/>
                </a:solidFill>
              </a:rPr>
              <a:t>Project To Pipeline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B6268"/>
                </a:solidFill>
              </a:rPr>
              <a:t>PROJECT and ORCHESTRATE establish the run; PIPELINE makes it explicit</a:t>
            </a:r>
          </a:p>
        </p:txBody>
      </p:sp>
      <p:pic>
        <p:nvPicPr>
          <p:cNvPr id="3" name="Picture 2" descr="projec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3657600" cy="2103120"/>
          </a:xfrm>
          <a:prstGeom prst="rect">
            <a:avLst/>
          </a:prstGeom>
        </p:spPr>
      </p:pic>
      <p:pic>
        <p:nvPicPr>
          <p:cNvPr id="4" name="Picture 3" descr="orchestrate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417320"/>
            <a:ext cx="3657600" cy="2103120"/>
          </a:xfrm>
          <a:prstGeom prst="rect">
            <a:avLst/>
          </a:prstGeom>
        </p:spPr>
      </p:pic>
      <p:pic>
        <p:nvPicPr>
          <p:cNvPr id="5" name="Picture 4" descr="pipeline-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1417320"/>
            <a:ext cx="3657600" cy="2103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3840480"/>
            <a:ext cx="10972800" cy="196596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DCC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427"/>
                </a:solidFill>
              </a:defRPr>
            </a:pPr>
            <a:r>
              <a:t>Select `uav_relay_queue_project` in PROJECT and keep the routing scenario visible.</a:t>
            </a:r>
          </a:p>
          <a:p>
            <a:pPr>
              <a:spcAft>
                <a:spcPts val="800"/>
              </a:spcAft>
              <a:defRPr sz="1800">
                <a:solidFill>
                  <a:srgbClr val="212427"/>
                </a:solidFill>
              </a:defRPr>
            </a:pPr>
            <a:r>
              <a:t>Trigger the run in ORCHESTRATE, then move to PIPELINE to show that the execution path is tracked and replayable.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C7A"/>
                </a:solidFill>
              </a:rPr>
              <a:t>End On Queue Evidence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B6268"/>
                </a:solidFill>
              </a:rPr>
              <a:t>ANALYSIS carries the technical payoff of the full tour</a:t>
            </a:r>
          </a:p>
        </p:txBody>
      </p:sp>
      <p:pic>
        <p:nvPicPr>
          <p:cNvPr id="3" name="Picture 2" descr="core-pages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486400" cy="3291840"/>
          </a:xfrm>
          <a:prstGeom prst="rect">
            <a:avLst/>
          </a:prstGeom>
        </p:spPr>
      </p:pic>
      <p:pic>
        <p:nvPicPr>
          <p:cNvPr id="4" name="Picture 3" descr="analysis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5074920" cy="2880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4983480"/>
            <a:ext cx="10972800" cy="100584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DCC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427"/>
                </a:solidFill>
              </a:defRPr>
            </a:pPr>
            <a:r>
              <a:t>The point of the full tour is not breadth for its own sake. It is that AGILAB keeps the workflow explicit all the way to queue or route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