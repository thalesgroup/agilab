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D5C7A"/>
                </a:solidFill>
              </a:rPr>
              <a:t>AGILAB First Proof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B6268"/>
                </a:solidFill>
              </a:rPr>
              <a:t>Slideshow companion for the newcomer-safe `flight_project` 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972800" cy="448056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DCC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427"/>
                </a:solidFill>
              </a:defRPr>
            </a:pPr>
            <a:r>
              <a:t>Goal: prove the safest AGILAB path once before branching into notebooks, clusters, or packaged installs.</a:t>
            </a:r>
          </a:p>
          <a:p>
            <a:pPr>
              <a:spcAft>
                <a:spcPts val="800"/>
              </a:spcAft>
              <a:defRPr sz="2200">
                <a:solidFill>
                  <a:srgbClr val="212427"/>
                </a:solidFill>
              </a:defRPr>
            </a:pPr>
            <a:r>
              <a:t>Scope: PROJECT -&gt; ORCHESTRATE -&gt; ANALYSIS on `flight_project`.</a:t>
            </a:r>
          </a:p>
          <a:p>
            <a:pPr>
              <a:spcAft>
                <a:spcPts val="800"/>
              </a:spcAft>
              <a:defRPr sz="2200">
                <a:solidFill>
                  <a:srgbClr val="212427"/>
                </a:solidFill>
              </a:defRPr>
            </a:pPr>
            <a:r>
              <a:t>Keep the message narrow: one app, one local path, one visible result.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D5C7A"/>
                </a:solidFill>
              </a:rPr>
              <a:t>Why This Path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B6268"/>
                </a:solidFill>
              </a:rPr>
              <a:t>The first proof is deliberately smaller than the full tour</a:t>
            </a:r>
          </a:p>
        </p:txBody>
      </p:sp>
      <p:pic>
        <p:nvPicPr>
          <p:cNvPr id="3" name="Picture 2" descr="core-page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669280" cy="34107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0" y="1371600"/>
            <a:ext cx="4937760" cy="320040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DCC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73736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Select the built-in app once and keep its context visible.</a:t>
            </a:r>
          </a:p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Run the local path through ORCHESTRATE without ad-hoc shell glue.</a:t>
            </a:r>
          </a:p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End on visible analysis evidence instead of raw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54880"/>
            <a:ext cx="10881360" cy="100584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DCC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Narration: this is the newcomer-safe proof that AGILAB can take one app from selection to visible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D5C7A"/>
                </a:solidFill>
              </a:rPr>
              <a:t>Select And Run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B6268"/>
                </a:solidFill>
              </a:rPr>
              <a:t>PROJECT sets the app context; ORCHESTRATE executes the local proof</a:t>
            </a:r>
          </a:p>
        </p:txBody>
      </p:sp>
      <p:pic>
        <p:nvPicPr>
          <p:cNvPr id="3" name="Picture 2" descr="project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257800" cy="2990088"/>
          </a:xfrm>
          <a:prstGeom prst="rect">
            <a:avLst/>
          </a:prstGeom>
        </p:spPr>
      </p:pic>
      <p:pic>
        <p:nvPicPr>
          <p:cNvPr id="4" name="Picture 3" descr="orchestrate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257800" cy="29900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4709160"/>
            <a:ext cx="10881360" cy="109728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DCC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Use `flight_project`: choose it in PROJECT, then INSTALL and EXECUTE in ORCHESTRATE.</a:t>
            </a:r>
          </a:p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Keep the visual story simple and operator-visible.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D5C7A"/>
                </a:solidFill>
              </a:rPr>
              <a:t>End On Evidence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B6268"/>
                </a:solidFill>
              </a:rPr>
              <a:t>ANALYSIS is where the first proof becomes concrete</a:t>
            </a:r>
          </a:p>
        </p:txBody>
      </p:sp>
      <p:pic>
        <p:nvPicPr>
          <p:cNvPr id="3" name="Picture 2" descr="analysis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3886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" y="5440680"/>
            <a:ext cx="10972800" cy="77724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DCC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59612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427"/>
                </a:solidFill>
              </a:defRPr>
            </a:pPr>
            <a:r>
              <a:t>Close the deck on visible output: the point is not just that AGILAB ran, but that it landed on a readable 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