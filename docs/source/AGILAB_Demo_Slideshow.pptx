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AGILAB Demo Slideshow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Public screenshots deck for README, docs, and narrated walkthroughs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72800" cy="448056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427"/>
                </a:solidFill>
              </a:defRPr>
            </a:pPr>
            <a:r>
              <a:t>Built from tracked AGILAB screenshots, not local-only demo captures.</a:t>
            </a:r>
          </a:p>
          <a:p>
            <a:pPr>
              <a:spcAft>
                <a:spcPts val="800"/>
              </a:spcAft>
              <a:defRPr sz="2200">
                <a:solidFill>
                  <a:srgbClr val="212427"/>
                </a:solidFill>
              </a:defRPr>
            </a:pPr>
            <a:r>
              <a:t>Best used as a skimmable companion to the short video demos.</a:t>
            </a:r>
          </a:p>
          <a:p>
            <a:pPr>
              <a:spcAft>
                <a:spcPts val="800"/>
              </a:spcAft>
              <a:defRPr sz="2200">
                <a:solidFill>
                  <a:srgbClr val="212427"/>
                </a:solidFill>
              </a:defRPr>
            </a:pPr>
            <a:r>
              <a:t>Keep the message stable: one app, one control path, one visible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AGILAB Core Flow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The stable four-page story used in the public intro</a:t>
            </a:r>
          </a:p>
        </p:txBody>
      </p:sp>
      <p:pic>
        <p:nvPicPr>
          <p:cNvPr id="3" name="Picture 2" descr="core-page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4107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371600"/>
            <a:ext cx="4937760" cy="320040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73736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Pages: PROJECT -&gt; ORCHESTRATE -&gt; PIPELINE -&gt; ANALYSIS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Message: AGILAB keeps the app, runtime path, and visible result aligned.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Use this slide as the orientation frame before drilling into screenshots.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54880"/>
            <a:ext cx="10881360" cy="100584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Narration: AGILAB packages, runs, replays, and ends on visible evidence instead of shell glue and raw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First Proof Path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PROJECT and ORCHESTRATE in the newcomer-safe local flow</a:t>
            </a:r>
          </a:p>
        </p:txBody>
      </p:sp>
      <p:pic>
        <p:nvPicPr>
          <p:cNvPr id="3" name="Picture 2" descr="projec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257800" cy="2990088"/>
          </a:xfrm>
          <a:prstGeom prst="rect">
            <a:avLst/>
          </a:prstGeom>
        </p:spPr>
      </p:pic>
      <p:pic>
        <p:nvPicPr>
          <p:cNvPr id="4" name="Picture 3" descr="orchestrate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257800" cy="29900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4709160"/>
            <a:ext cx="10881360" cy="109728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Use `flight_project` for the safe first proof: select the app in PROJECT, then INSTALL and EXECUTE in ORCHESTRATE.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End the spoken story on fresh output and a visible analysis result, not on raw infrastructure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Full Tour Path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PIPELINE and ANALYSIS for the replayable workflow story</a:t>
            </a:r>
          </a:p>
        </p:txBody>
      </p:sp>
      <p:pic>
        <p:nvPicPr>
          <p:cNvPr id="3" name="Picture 2" descr="pipelin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257800" cy="2990088"/>
          </a:xfrm>
          <a:prstGeom prst="rect">
            <a:avLst/>
          </a:prstGeom>
        </p:spPr>
      </p:pic>
      <p:pic>
        <p:nvPicPr>
          <p:cNvPr id="4" name="Picture 3" descr="analysi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257800" cy="29900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10972800" cy="43891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Use `uav_relay_queue_project` when you want the stronger technical story: explicit replayable steps in PIPELINE and visible evidence in ANALYSIS.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The slideshow should complement the video, not replace the message with new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